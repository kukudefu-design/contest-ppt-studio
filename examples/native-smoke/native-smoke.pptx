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示意数据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演示A</c:v>
                </c:pt>
                <c:pt idx="1">
                  <c:v>演示B</c:v>
                </c:pt>
                <c:pt idx="2">
                  <c:v>演示C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latin typeface="Noto Sans SC"/>
              </a:defRPr>
            </a:pPr>
            <a:r>
              <a:t>原生对象与动画检查样例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Noto Sans SC"/>
              </a:defRPr>
            </a:pPr>
            <a:r>
              <a:t>工具验证文件；示意数据，不代表参赛项目或实测成果。</a:t>
            </a:r>
          </a:p>
        </p:txBody>
      </p:sp>
      <p:sp>
        <p:nvSpPr>
          <p:cNvPr id="4" name="glyph-演"/>
          <p:cNvSpPr/>
          <p:nvPr/>
        </p:nvSpPr>
        <p:spPr>
          <a:xfrm>
            <a:off x="914400" y="1005840"/>
            <a:ext cx="1417320" cy="1508760"/>
          </a:xfrm>
          <a:solidFill>
            <a:srgbClr val="168A64"/>
          </a:solidFill>
          <a:ln>
            <a:noFill/>
          </a:ln>
          <a:custGeom>
            <a:avLst/>
            <a:gdLst/>
            <a:ahLst/>
            <a:cxnLst/>
            <a:pathLst>
              <a:path w="882" h="898">
                <a:moveTo>
                  <a:pt x="268" y="112"/>
                </a:moveTo>
                <a:lnTo>
                  <a:pt x="873" y="112"/>
                </a:lnTo>
                <a:lnTo>
                  <a:pt x="873" y="252"/>
                </a:lnTo>
                <a:lnTo>
                  <a:pt x="844" y="252"/>
                </a:lnTo>
                <a:lnTo>
                  <a:pt x="844" y="142"/>
                </a:lnTo>
                <a:lnTo>
                  <a:pt x="297" y="142"/>
                </a:lnTo>
                <a:lnTo>
                  <a:pt x="297" y="252"/>
                </a:lnTo>
                <a:lnTo>
                  <a:pt x="268" y="252"/>
                </a:lnTo>
                <a:close/>
                <a:moveTo>
                  <a:pt x="549" y="271"/>
                </a:moveTo>
                <a:lnTo>
                  <a:pt x="578" y="271"/>
                </a:lnTo>
                <a:lnTo>
                  <a:pt x="578" y="695"/>
                </a:lnTo>
                <a:lnTo>
                  <a:pt x="549" y="695"/>
                </a:lnTo>
                <a:close/>
                <a:moveTo>
                  <a:pt x="647" y="762"/>
                </a:moveTo>
                <a:lnTo>
                  <a:pt x="666" y="743"/>
                </a:lnTo>
                <a:quadBezTo>
                  <a:pt x="704" y="761"/>
                  <a:pt x="744" y="784"/>
                </a:quadBezTo>
                <a:quadBezTo>
                  <a:pt x="785" y="808"/>
                  <a:pt x="822" y="831"/>
                </a:quadBezTo>
                <a:quadBezTo>
                  <a:pt x="858" y="854"/>
                  <a:pt x="882" y="873"/>
                </a:quadBezTo>
                <a:lnTo>
                  <a:pt x="864" y="896"/>
                </a:lnTo>
                <a:quadBezTo>
                  <a:pt x="840" y="877"/>
                  <a:pt x="804" y="854"/>
                </a:quadBezTo>
                <a:quadBezTo>
                  <a:pt x="767" y="830"/>
                  <a:pt x="726" y="806"/>
                </a:quadBezTo>
                <a:quadBezTo>
                  <a:pt x="685" y="781"/>
                  <a:pt x="647" y="762"/>
                </a:quadBezTo>
                <a:close/>
                <a:moveTo>
                  <a:pt x="458" y="746"/>
                </a:moveTo>
                <a:lnTo>
                  <a:pt x="485" y="756"/>
                </a:lnTo>
                <a:quadBezTo>
                  <a:pt x="455" y="782"/>
                  <a:pt x="416" y="808"/>
                </a:quadBezTo>
                <a:quadBezTo>
                  <a:pt x="376" y="834"/>
                  <a:pt x="334" y="857"/>
                </a:quadBezTo>
                <a:quadBezTo>
                  <a:pt x="292" y="880"/>
                  <a:pt x="253" y="898"/>
                </a:quadBezTo>
                <a:quadBezTo>
                  <a:pt x="251" y="895"/>
                  <a:pt x="247" y="890"/>
                </a:quadBezTo>
                <a:quadBezTo>
                  <a:pt x="243" y="886"/>
                  <a:pt x="239" y="882"/>
                </a:quadBezTo>
                <a:quadBezTo>
                  <a:pt x="235" y="877"/>
                  <a:pt x="231" y="874"/>
                </a:quadBezTo>
                <a:quadBezTo>
                  <a:pt x="290" y="851"/>
                  <a:pt x="352" y="817"/>
                </a:quadBezTo>
                <a:quadBezTo>
                  <a:pt x="415" y="783"/>
                  <a:pt x="458" y="746"/>
                </a:quadBezTo>
                <a:close/>
                <a:moveTo>
                  <a:pt x="332" y="565"/>
                </a:moveTo>
                <a:lnTo>
                  <a:pt x="332" y="683"/>
                </a:lnTo>
                <a:lnTo>
                  <a:pt x="804" y="683"/>
                </a:lnTo>
                <a:lnTo>
                  <a:pt x="804" y="565"/>
                </a:lnTo>
                <a:close/>
                <a:moveTo>
                  <a:pt x="332" y="420"/>
                </a:moveTo>
                <a:lnTo>
                  <a:pt x="332" y="536"/>
                </a:lnTo>
                <a:lnTo>
                  <a:pt x="804" y="536"/>
                </a:lnTo>
                <a:lnTo>
                  <a:pt x="804" y="420"/>
                </a:lnTo>
                <a:close/>
                <a:moveTo>
                  <a:pt x="303" y="391"/>
                </a:moveTo>
                <a:lnTo>
                  <a:pt x="833" y="391"/>
                </a:lnTo>
                <a:lnTo>
                  <a:pt x="833" y="712"/>
                </a:lnTo>
                <a:lnTo>
                  <a:pt x="303" y="712"/>
                </a:lnTo>
                <a:close/>
                <a:moveTo>
                  <a:pt x="334" y="261"/>
                </a:moveTo>
                <a:lnTo>
                  <a:pt x="798" y="261"/>
                </a:lnTo>
                <a:lnTo>
                  <a:pt x="798" y="291"/>
                </a:lnTo>
                <a:lnTo>
                  <a:pt x="334" y="291"/>
                </a:lnTo>
                <a:close/>
                <a:moveTo>
                  <a:pt x="505" y="12"/>
                </a:moveTo>
                <a:lnTo>
                  <a:pt x="530" y="0"/>
                </a:lnTo>
                <a:quadBezTo>
                  <a:pt x="550" y="27"/>
                  <a:pt x="568" y="60"/>
                </a:quadBezTo>
                <a:quadBezTo>
                  <a:pt x="586" y="93"/>
                  <a:pt x="594" y="117"/>
                </a:quadBezTo>
                <a:lnTo>
                  <a:pt x="566" y="132"/>
                </a:lnTo>
                <a:quadBezTo>
                  <a:pt x="559" y="107"/>
                  <a:pt x="541" y="74"/>
                </a:quadBezTo>
                <a:quadBezTo>
                  <a:pt x="523" y="40"/>
                  <a:pt x="505" y="12"/>
                </a:quadBezTo>
                <a:close/>
                <a:moveTo>
                  <a:pt x="59" y="35"/>
                </a:moveTo>
                <a:lnTo>
                  <a:pt x="80" y="15"/>
                </a:lnTo>
                <a:quadBezTo>
                  <a:pt x="106" y="27"/>
                  <a:pt x="134" y="43"/>
                </a:quadBezTo>
                <a:quadBezTo>
                  <a:pt x="163" y="59"/>
                  <a:pt x="189" y="74"/>
                </a:quadBezTo>
                <a:quadBezTo>
                  <a:pt x="215" y="90"/>
                  <a:pt x="232" y="103"/>
                </a:quadBezTo>
                <a:lnTo>
                  <a:pt x="212" y="126"/>
                </a:lnTo>
                <a:quadBezTo>
                  <a:pt x="195" y="113"/>
                  <a:pt x="169" y="97"/>
                </a:quadBezTo>
                <a:quadBezTo>
                  <a:pt x="143" y="81"/>
                  <a:pt x="114" y="64"/>
                </a:quadBezTo>
                <a:quadBezTo>
                  <a:pt x="85" y="48"/>
                  <a:pt x="59" y="35"/>
                </a:quadBezTo>
                <a:close/>
                <a:moveTo>
                  <a:pt x="0" y="307"/>
                </a:moveTo>
                <a:lnTo>
                  <a:pt x="20" y="286"/>
                </a:lnTo>
                <a:quadBezTo>
                  <a:pt x="45" y="297"/>
                  <a:pt x="73" y="312"/>
                </a:quadBezTo>
                <a:quadBezTo>
                  <a:pt x="101" y="326"/>
                  <a:pt x="126" y="340"/>
                </a:quadBezTo>
                <a:quadBezTo>
                  <a:pt x="151" y="355"/>
                  <a:pt x="167" y="366"/>
                </a:quadBezTo>
                <a:lnTo>
                  <a:pt x="148" y="391"/>
                </a:lnTo>
                <a:quadBezTo>
                  <a:pt x="131" y="379"/>
                  <a:pt x="106" y="364"/>
                </a:quadBezTo>
                <a:quadBezTo>
                  <a:pt x="81" y="349"/>
                  <a:pt x="54" y="334"/>
                </a:quadBezTo>
                <a:quadBezTo>
                  <a:pt x="26" y="319"/>
                  <a:pt x="0" y="307"/>
                </a:quadBezTo>
                <a:close/>
                <a:moveTo>
                  <a:pt x="32" y="857"/>
                </a:moveTo>
                <a:quadBezTo>
                  <a:pt x="55" y="818"/>
                  <a:pt x="82" y="764"/>
                </a:quadBezTo>
                <a:quadBezTo>
                  <a:pt x="110" y="709"/>
                  <a:pt x="138" y="649"/>
                </a:quadBezTo>
                <a:quadBezTo>
                  <a:pt x="165" y="589"/>
                  <a:pt x="187" y="534"/>
                </a:quadBezTo>
                <a:lnTo>
                  <a:pt x="211" y="553"/>
                </a:lnTo>
                <a:quadBezTo>
                  <a:pt x="190" y="605"/>
                  <a:pt x="164" y="664"/>
                </a:quadBezTo>
                <a:quadBezTo>
                  <a:pt x="137" y="722"/>
                  <a:pt x="110" y="778"/>
                </a:quadBezTo>
                <a:quadBezTo>
                  <a:pt x="83" y="834"/>
                  <a:pt x="59" y="878"/>
                </a:quadBezTo>
                <a:close/>
              </a:path>
            </a:pathLst>
          </a:custGeom>
          <a:effectLst>
            <a:glow rad="36000">
              <a:srgbClr val="61B99C"/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lyph-示"/>
          <p:cNvSpPr/>
          <p:nvPr/>
        </p:nvSpPr>
        <p:spPr>
          <a:xfrm>
            <a:off x="2651760" y="1005840"/>
            <a:ext cx="1417320" cy="1508760"/>
          </a:xfrm>
          <a:solidFill>
            <a:srgbClr val="168A64"/>
          </a:solidFill>
          <a:ln>
            <a:noFill/>
          </a:ln>
          <a:custGeom>
            <a:avLst/>
            <a:gdLst/>
            <a:ahLst/>
            <a:cxnLst/>
            <a:pathLst>
              <a:path w="887" h="814">
                <a:moveTo>
                  <a:pt x="437" y="256"/>
                </a:moveTo>
                <a:lnTo>
                  <a:pt x="467" y="256"/>
                </a:lnTo>
                <a:lnTo>
                  <a:pt x="467" y="762"/>
                </a:lnTo>
                <a:quadBezTo>
                  <a:pt x="467" y="784"/>
                  <a:pt x="460" y="794"/>
                </a:quadBezTo>
                <a:quadBezTo>
                  <a:pt x="452" y="804"/>
                  <a:pt x="433" y="809"/>
                </a:quadBezTo>
                <a:quadBezTo>
                  <a:pt x="415" y="813"/>
                  <a:pt x="375" y="814"/>
                </a:quadBezTo>
                <a:quadBezTo>
                  <a:pt x="335" y="814"/>
                  <a:pt x="268" y="814"/>
                </a:quadBezTo>
                <a:quadBezTo>
                  <a:pt x="267" y="808"/>
                  <a:pt x="264" y="800"/>
                </a:quadBezTo>
                <a:quadBezTo>
                  <a:pt x="260" y="791"/>
                  <a:pt x="255" y="784"/>
                </a:quadBezTo>
                <a:quadBezTo>
                  <a:pt x="295" y="785"/>
                  <a:pt x="328" y="786"/>
                </a:quadBezTo>
                <a:quadBezTo>
                  <a:pt x="360" y="786"/>
                  <a:pt x="382" y="786"/>
                </a:quadBezTo>
                <a:quadBezTo>
                  <a:pt x="405" y="785"/>
                  <a:pt x="414" y="785"/>
                </a:quadBezTo>
                <a:quadBezTo>
                  <a:pt x="428" y="784"/>
                  <a:pt x="432" y="780"/>
                </a:quadBezTo>
                <a:quadBezTo>
                  <a:pt x="437" y="775"/>
                  <a:pt x="437" y="762"/>
                </a:quadBezTo>
                <a:close/>
                <a:moveTo>
                  <a:pt x="223" y="396"/>
                </a:moveTo>
                <a:lnTo>
                  <a:pt x="252" y="404"/>
                </a:lnTo>
                <a:quadBezTo>
                  <a:pt x="226" y="467"/>
                  <a:pt x="190" y="526"/>
                </a:quadBezTo>
                <a:quadBezTo>
                  <a:pt x="154" y="586"/>
                  <a:pt x="112" y="637"/>
                </a:quadBezTo>
                <a:quadBezTo>
                  <a:pt x="71" y="688"/>
                  <a:pt x="27" y="727"/>
                </a:quadBezTo>
                <a:quadBezTo>
                  <a:pt x="25" y="724"/>
                  <a:pt x="20" y="720"/>
                </a:quadBezTo>
                <a:quadBezTo>
                  <a:pt x="15" y="717"/>
                  <a:pt x="10" y="714"/>
                </a:quadBezTo>
                <a:quadBezTo>
                  <a:pt x="4" y="710"/>
                  <a:pt x="0" y="708"/>
                </a:quadBezTo>
                <a:quadBezTo>
                  <a:pt x="69" y="651"/>
                  <a:pt x="128" y="569"/>
                </a:quadBezTo>
                <a:quadBezTo>
                  <a:pt x="186" y="487"/>
                  <a:pt x="223" y="396"/>
                </a:quadBezTo>
                <a:close/>
                <a:moveTo>
                  <a:pt x="649" y="414"/>
                </a:moveTo>
                <a:lnTo>
                  <a:pt x="674" y="403"/>
                </a:lnTo>
                <a:quadBezTo>
                  <a:pt x="715" y="450"/>
                  <a:pt x="754" y="506"/>
                </a:quadBezTo>
                <a:quadBezTo>
                  <a:pt x="792" y="562"/>
                  <a:pt x="823" y="616"/>
                </a:quadBezTo>
                <a:quadBezTo>
                  <a:pt x="854" y="670"/>
                  <a:pt x="870" y="713"/>
                </a:quadBezTo>
                <a:lnTo>
                  <a:pt x="844" y="725"/>
                </a:lnTo>
                <a:quadBezTo>
                  <a:pt x="829" y="683"/>
                  <a:pt x="798" y="628"/>
                </a:quadBezTo>
                <a:quadBezTo>
                  <a:pt x="767" y="574"/>
                  <a:pt x="728" y="518"/>
                </a:quadBezTo>
                <a:quadBezTo>
                  <a:pt x="690" y="461"/>
                  <a:pt x="649" y="414"/>
                </a:quadBezTo>
                <a:close/>
                <a:moveTo>
                  <a:pt x="106" y="0"/>
                </a:moveTo>
                <a:lnTo>
                  <a:pt x="804" y="0"/>
                </a:lnTo>
                <a:lnTo>
                  <a:pt x="804" y="29"/>
                </a:lnTo>
                <a:lnTo>
                  <a:pt x="106" y="29"/>
                </a:lnTo>
                <a:close/>
                <a:moveTo>
                  <a:pt x="18" y="244"/>
                </a:moveTo>
                <a:lnTo>
                  <a:pt x="887" y="244"/>
                </a:lnTo>
                <a:lnTo>
                  <a:pt x="887" y="273"/>
                </a:lnTo>
                <a:lnTo>
                  <a:pt x="18" y="273"/>
                </a:lnTo>
                <a:close/>
              </a:path>
            </a:pathLst>
          </a:custGeom>
          <a:effectLst>
            <a:glow rad="36000">
              <a:srgbClr val="61B99C"/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latin typeface="Noto Sans SC"/>
              </a:defRPr>
            </a:pPr>
            <a:r>
              <a:t>每字独立原生轮廓 / 同色系光效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7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latin typeface="Noto Sans SC"/>
              </a:defRPr>
            </a:pPr>
            <a:r>
              <a:t>原生对象与动画检查样例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Noto Sans SC"/>
              </a:defRPr>
            </a:pPr>
            <a:r>
              <a:t>工具验证文件；示意数据，不代表参赛项目或实测成果。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8016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371600"/>
          <a:ext cx="4572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>
                      <a:r>
                        <a:t>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示意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66560" y="347472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可编辑流程节点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3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1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latin typeface="Noto Sans SC"/>
              </a:defRPr>
            </a:pPr>
            <a:r>
              <a:t>原生对象与动画检查样例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Noto Sans SC"/>
              </a:defRPr>
            </a:pPr>
            <a:r>
              <a:t>工具验证文件；示意数据，不代表参赛项目或实测成果。</a:t>
            </a:r>
          </a:p>
        </p:txBody>
      </p:sp>
      <p:sp>
        <p:nvSpPr>
          <p:cNvPr id="4" name="glyph-演"/>
          <p:cNvSpPr/>
          <p:nvPr/>
        </p:nvSpPr>
        <p:spPr>
          <a:xfrm>
            <a:off x="914400" y="1005840"/>
            <a:ext cx="1417320" cy="1508760"/>
          </a:xfrm>
          <a:solidFill>
            <a:srgbClr val="168A64"/>
          </a:solidFill>
          <a:ln>
            <a:noFill/>
          </a:ln>
          <a:custGeom>
            <a:avLst/>
            <a:gdLst/>
            <a:ahLst/>
            <a:cxnLst/>
            <a:pathLst>
              <a:path w="882" h="898">
                <a:moveTo>
                  <a:pt x="268" y="112"/>
                </a:moveTo>
                <a:lnTo>
                  <a:pt x="873" y="112"/>
                </a:lnTo>
                <a:lnTo>
                  <a:pt x="873" y="252"/>
                </a:lnTo>
                <a:lnTo>
                  <a:pt x="844" y="252"/>
                </a:lnTo>
                <a:lnTo>
                  <a:pt x="844" y="142"/>
                </a:lnTo>
                <a:lnTo>
                  <a:pt x="297" y="142"/>
                </a:lnTo>
                <a:lnTo>
                  <a:pt x="297" y="252"/>
                </a:lnTo>
                <a:lnTo>
                  <a:pt x="268" y="252"/>
                </a:lnTo>
                <a:close/>
                <a:moveTo>
                  <a:pt x="549" y="271"/>
                </a:moveTo>
                <a:lnTo>
                  <a:pt x="578" y="271"/>
                </a:lnTo>
                <a:lnTo>
                  <a:pt x="578" y="695"/>
                </a:lnTo>
                <a:lnTo>
                  <a:pt x="549" y="695"/>
                </a:lnTo>
                <a:close/>
                <a:moveTo>
                  <a:pt x="647" y="762"/>
                </a:moveTo>
                <a:lnTo>
                  <a:pt x="666" y="743"/>
                </a:lnTo>
                <a:quadBezTo>
                  <a:pt x="704" y="761"/>
                  <a:pt x="744" y="784"/>
                </a:quadBezTo>
                <a:quadBezTo>
                  <a:pt x="785" y="808"/>
                  <a:pt x="822" y="831"/>
                </a:quadBezTo>
                <a:quadBezTo>
                  <a:pt x="858" y="854"/>
                  <a:pt x="882" y="873"/>
                </a:quadBezTo>
                <a:lnTo>
                  <a:pt x="864" y="896"/>
                </a:lnTo>
                <a:quadBezTo>
                  <a:pt x="840" y="877"/>
                  <a:pt x="804" y="854"/>
                </a:quadBezTo>
                <a:quadBezTo>
                  <a:pt x="767" y="830"/>
                  <a:pt x="726" y="806"/>
                </a:quadBezTo>
                <a:quadBezTo>
                  <a:pt x="685" y="781"/>
                  <a:pt x="647" y="762"/>
                </a:quadBezTo>
                <a:close/>
                <a:moveTo>
                  <a:pt x="458" y="746"/>
                </a:moveTo>
                <a:lnTo>
                  <a:pt x="485" y="756"/>
                </a:lnTo>
                <a:quadBezTo>
                  <a:pt x="455" y="782"/>
                  <a:pt x="416" y="808"/>
                </a:quadBezTo>
                <a:quadBezTo>
                  <a:pt x="376" y="834"/>
                  <a:pt x="334" y="857"/>
                </a:quadBezTo>
                <a:quadBezTo>
                  <a:pt x="292" y="880"/>
                  <a:pt x="253" y="898"/>
                </a:quadBezTo>
                <a:quadBezTo>
                  <a:pt x="251" y="895"/>
                  <a:pt x="247" y="890"/>
                </a:quadBezTo>
                <a:quadBezTo>
                  <a:pt x="243" y="886"/>
                  <a:pt x="239" y="882"/>
                </a:quadBezTo>
                <a:quadBezTo>
                  <a:pt x="235" y="877"/>
                  <a:pt x="231" y="874"/>
                </a:quadBezTo>
                <a:quadBezTo>
                  <a:pt x="290" y="851"/>
                  <a:pt x="352" y="817"/>
                </a:quadBezTo>
                <a:quadBezTo>
                  <a:pt x="415" y="783"/>
                  <a:pt x="458" y="746"/>
                </a:quadBezTo>
                <a:close/>
                <a:moveTo>
                  <a:pt x="332" y="565"/>
                </a:moveTo>
                <a:lnTo>
                  <a:pt x="332" y="683"/>
                </a:lnTo>
                <a:lnTo>
                  <a:pt x="804" y="683"/>
                </a:lnTo>
                <a:lnTo>
                  <a:pt x="804" y="565"/>
                </a:lnTo>
                <a:close/>
                <a:moveTo>
                  <a:pt x="332" y="420"/>
                </a:moveTo>
                <a:lnTo>
                  <a:pt x="332" y="536"/>
                </a:lnTo>
                <a:lnTo>
                  <a:pt x="804" y="536"/>
                </a:lnTo>
                <a:lnTo>
                  <a:pt x="804" y="420"/>
                </a:lnTo>
                <a:close/>
                <a:moveTo>
                  <a:pt x="303" y="391"/>
                </a:moveTo>
                <a:lnTo>
                  <a:pt x="833" y="391"/>
                </a:lnTo>
                <a:lnTo>
                  <a:pt x="833" y="712"/>
                </a:lnTo>
                <a:lnTo>
                  <a:pt x="303" y="712"/>
                </a:lnTo>
                <a:close/>
                <a:moveTo>
                  <a:pt x="334" y="261"/>
                </a:moveTo>
                <a:lnTo>
                  <a:pt x="798" y="261"/>
                </a:lnTo>
                <a:lnTo>
                  <a:pt x="798" y="291"/>
                </a:lnTo>
                <a:lnTo>
                  <a:pt x="334" y="291"/>
                </a:lnTo>
                <a:close/>
                <a:moveTo>
                  <a:pt x="505" y="12"/>
                </a:moveTo>
                <a:lnTo>
                  <a:pt x="530" y="0"/>
                </a:lnTo>
                <a:quadBezTo>
                  <a:pt x="550" y="27"/>
                  <a:pt x="568" y="60"/>
                </a:quadBezTo>
                <a:quadBezTo>
                  <a:pt x="586" y="93"/>
                  <a:pt x="594" y="117"/>
                </a:quadBezTo>
                <a:lnTo>
                  <a:pt x="566" y="132"/>
                </a:lnTo>
                <a:quadBezTo>
                  <a:pt x="559" y="107"/>
                  <a:pt x="541" y="74"/>
                </a:quadBezTo>
                <a:quadBezTo>
                  <a:pt x="523" y="40"/>
                  <a:pt x="505" y="12"/>
                </a:quadBezTo>
                <a:close/>
                <a:moveTo>
                  <a:pt x="59" y="35"/>
                </a:moveTo>
                <a:lnTo>
                  <a:pt x="80" y="15"/>
                </a:lnTo>
                <a:quadBezTo>
                  <a:pt x="106" y="27"/>
                  <a:pt x="134" y="43"/>
                </a:quadBezTo>
                <a:quadBezTo>
                  <a:pt x="163" y="59"/>
                  <a:pt x="189" y="74"/>
                </a:quadBezTo>
                <a:quadBezTo>
                  <a:pt x="215" y="90"/>
                  <a:pt x="232" y="103"/>
                </a:quadBezTo>
                <a:lnTo>
                  <a:pt x="212" y="126"/>
                </a:lnTo>
                <a:quadBezTo>
                  <a:pt x="195" y="113"/>
                  <a:pt x="169" y="97"/>
                </a:quadBezTo>
                <a:quadBezTo>
                  <a:pt x="143" y="81"/>
                  <a:pt x="114" y="64"/>
                </a:quadBezTo>
                <a:quadBezTo>
                  <a:pt x="85" y="48"/>
                  <a:pt x="59" y="35"/>
                </a:quadBezTo>
                <a:close/>
                <a:moveTo>
                  <a:pt x="0" y="307"/>
                </a:moveTo>
                <a:lnTo>
                  <a:pt x="20" y="286"/>
                </a:lnTo>
                <a:quadBezTo>
                  <a:pt x="45" y="297"/>
                  <a:pt x="73" y="312"/>
                </a:quadBezTo>
                <a:quadBezTo>
                  <a:pt x="101" y="326"/>
                  <a:pt x="126" y="340"/>
                </a:quadBezTo>
                <a:quadBezTo>
                  <a:pt x="151" y="355"/>
                  <a:pt x="167" y="366"/>
                </a:quadBezTo>
                <a:lnTo>
                  <a:pt x="148" y="391"/>
                </a:lnTo>
                <a:quadBezTo>
                  <a:pt x="131" y="379"/>
                  <a:pt x="106" y="364"/>
                </a:quadBezTo>
                <a:quadBezTo>
                  <a:pt x="81" y="349"/>
                  <a:pt x="54" y="334"/>
                </a:quadBezTo>
                <a:quadBezTo>
                  <a:pt x="26" y="319"/>
                  <a:pt x="0" y="307"/>
                </a:quadBezTo>
                <a:close/>
                <a:moveTo>
                  <a:pt x="32" y="857"/>
                </a:moveTo>
                <a:quadBezTo>
                  <a:pt x="55" y="818"/>
                  <a:pt x="82" y="764"/>
                </a:quadBezTo>
                <a:quadBezTo>
                  <a:pt x="110" y="709"/>
                  <a:pt x="138" y="649"/>
                </a:quadBezTo>
                <a:quadBezTo>
                  <a:pt x="165" y="589"/>
                  <a:pt x="187" y="534"/>
                </a:quadBezTo>
                <a:lnTo>
                  <a:pt x="211" y="553"/>
                </a:lnTo>
                <a:quadBezTo>
                  <a:pt x="190" y="605"/>
                  <a:pt x="164" y="664"/>
                </a:quadBezTo>
                <a:quadBezTo>
                  <a:pt x="137" y="722"/>
                  <a:pt x="110" y="778"/>
                </a:quadBezTo>
                <a:quadBezTo>
                  <a:pt x="83" y="834"/>
                  <a:pt x="59" y="878"/>
                </a:quadBezTo>
                <a:close/>
              </a:path>
            </a:pathLst>
          </a:custGeom>
          <a:effectLst>
            <a:glow rad="36000">
              <a:srgbClr val="61B99C"/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lyph-示"/>
          <p:cNvSpPr/>
          <p:nvPr/>
        </p:nvSpPr>
        <p:spPr>
          <a:xfrm>
            <a:off x="2651760" y="1005840"/>
            <a:ext cx="1417320" cy="1508760"/>
          </a:xfrm>
          <a:solidFill>
            <a:srgbClr val="168A64"/>
          </a:solidFill>
          <a:ln>
            <a:noFill/>
          </a:ln>
          <a:custGeom>
            <a:avLst/>
            <a:gdLst/>
            <a:ahLst/>
            <a:cxnLst/>
            <a:pathLst>
              <a:path w="887" h="814">
                <a:moveTo>
                  <a:pt x="437" y="256"/>
                </a:moveTo>
                <a:lnTo>
                  <a:pt x="467" y="256"/>
                </a:lnTo>
                <a:lnTo>
                  <a:pt x="467" y="762"/>
                </a:lnTo>
                <a:quadBezTo>
                  <a:pt x="467" y="784"/>
                  <a:pt x="460" y="794"/>
                </a:quadBezTo>
                <a:quadBezTo>
                  <a:pt x="452" y="804"/>
                  <a:pt x="433" y="809"/>
                </a:quadBezTo>
                <a:quadBezTo>
                  <a:pt x="415" y="813"/>
                  <a:pt x="375" y="814"/>
                </a:quadBezTo>
                <a:quadBezTo>
                  <a:pt x="335" y="814"/>
                  <a:pt x="268" y="814"/>
                </a:quadBezTo>
                <a:quadBezTo>
                  <a:pt x="267" y="808"/>
                  <a:pt x="264" y="800"/>
                </a:quadBezTo>
                <a:quadBezTo>
                  <a:pt x="260" y="791"/>
                  <a:pt x="255" y="784"/>
                </a:quadBezTo>
                <a:quadBezTo>
                  <a:pt x="295" y="785"/>
                  <a:pt x="328" y="786"/>
                </a:quadBezTo>
                <a:quadBezTo>
                  <a:pt x="360" y="786"/>
                  <a:pt x="382" y="786"/>
                </a:quadBezTo>
                <a:quadBezTo>
                  <a:pt x="405" y="785"/>
                  <a:pt x="414" y="785"/>
                </a:quadBezTo>
                <a:quadBezTo>
                  <a:pt x="428" y="784"/>
                  <a:pt x="432" y="780"/>
                </a:quadBezTo>
                <a:quadBezTo>
                  <a:pt x="437" y="775"/>
                  <a:pt x="437" y="762"/>
                </a:quadBezTo>
                <a:close/>
                <a:moveTo>
                  <a:pt x="223" y="396"/>
                </a:moveTo>
                <a:lnTo>
                  <a:pt x="252" y="404"/>
                </a:lnTo>
                <a:quadBezTo>
                  <a:pt x="226" y="467"/>
                  <a:pt x="190" y="526"/>
                </a:quadBezTo>
                <a:quadBezTo>
                  <a:pt x="154" y="586"/>
                  <a:pt x="112" y="637"/>
                </a:quadBezTo>
                <a:quadBezTo>
                  <a:pt x="71" y="688"/>
                  <a:pt x="27" y="727"/>
                </a:quadBezTo>
                <a:quadBezTo>
                  <a:pt x="25" y="724"/>
                  <a:pt x="20" y="720"/>
                </a:quadBezTo>
                <a:quadBezTo>
                  <a:pt x="15" y="717"/>
                  <a:pt x="10" y="714"/>
                </a:quadBezTo>
                <a:quadBezTo>
                  <a:pt x="4" y="710"/>
                  <a:pt x="0" y="708"/>
                </a:quadBezTo>
                <a:quadBezTo>
                  <a:pt x="69" y="651"/>
                  <a:pt x="128" y="569"/>
                </a:quadBezTo>
                <a:quadBezTo>
                  <a:pt x="186" y="487"/>
                  <a:pt x="223" y="396"/>
                </a:quadBezTo>
                <a:close/>
                <a:moveTo>
                  <a:pt x="649" y="414"/>
                </a:moveTo>
                <a:lnTo>
                  <a:pt x="674" y="403"/>
                </a:lnTo>
                <a:quadBezTo>
                  <a:pt x="715" y="450"/>
                  <a:pt x="754" y="506"/>
                </a:quadBezTo>
                <a:quadBezTo>
                  <a:pt x="792" y="562"/>
                  <a:pt x="823" y="616"/>
                </a:quadBezTo>
                <a:quadBezTo>
                  <a:pt x="854" y="670"/>
                  <a:pt x="870" y="713"/>
                </a:quadBezTo>
                <a:lnTo>
                  <a:pt x="844" y="725"/>
                </a:lnTo>
                <a:quadBezTo>
                  <a:pt x="829" y="683"/>
                  <a:pt x="798" y="628"/>
                </a:quadBezTo>
                <a:quadBezTo>
                  <a:pt x="767" y="574"/>
                  <a:pt x="728" y="518"/>
                </a:quadBezTo>
                <a:quadBezTo>
                  <a:pt x="690" y="461"/>
                  <a:pt x="649" y="414"/>
                </a:quadBezTo>
                <a:close/>
                <a:moveTo>
                  <a:pt x="106" y="0"/>
                </a:moveTo>
                <a:lnTo>
                  <a:pt x="804" y="0"/>
                </a:lnTo>
                <a:lnTo>
                  <a:pt x="804" y="29"/>
                </a:lnTo>
                <a:lnTo>
                  <a:pt x="106" y="29"/>
                </a:lnTo>
                <a:close/>
                <a:moveTo>
                  <a:pt x="18" y="244"/>
                </a:moveTo>
                <a:lnTo>
                  <a:pt x="887" y="244"/>
                </a:lnTo>
                <a:lnTo>
                  <a:pt x="887" y="273"/>
                </a:lnTo>
                <a:lnTo>
                  <a:pt x="18" y="273"/>
                </a:lnTo>
                <a:close/>
              </a:path>
            </a:pathLst>
          </a:custGeom>
          <a:effectLst>
            <a:glow rad="36000">
              <a:srgbClr val="61B99C"/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latin typeface="Noto Sans SC"/>
              </a:defRPr>
            </a:pPr>
            <a:r>
              <a:t>每字独立原生轮廓 / 同色系光效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7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Structural test example; not a competition submission</dc:title>
  <dc:subject/>
  <dc:creator>contest-ppt-studio contributors</dc:creator>
  <cp:keywords/>
  <dc:description>generated using python-pptx</dc:description>
  <cp:lastModifiedBy>contest-ppt-studio contributors</cp:lastModifiedBy>
  <cp:revision>1</cp:revision>
  <dcterms:created xsi:type="dcterms:W3CDTF">2013-01-27T09:14:16Z</dcterms:created>
  <dcterms:modified xsi:type="dcterms:W3CDTF">2013-01-27T09:15:58Z</dcterms:modified>
  <cp:category/>
</cp:coreProperties>
</file>